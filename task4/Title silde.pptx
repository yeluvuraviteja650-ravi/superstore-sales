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li Anvesh" userId="b8cccb8ab867bd9c" providerId="LiveId" clId="{B4130D89-50B3-4197-B0C0-BFF79E6299FD}"/>
    <pc:docChg chg="undo custSel addSld delSld modSld sldOrd">
      <pc:chgData name="Mandli Anvesh" userId="b8cccb8ab867bd9c" providerId="LiveId" clId="{B4130D89-50B3-4197-B0C0-BFF79E6299FD}" dt="2026-07-04T12:26:55.225" v="13" actId="14100"/>
      <pc:docMkLst>
        <pc:docMk/>
      </pc:docMkLst>
      <pc:sldChg chg="ord">
        <pc:chgData name="Mandli Anvesh" userId="b8cccb8ab867bd9c" providerId="LiveId" clId="{B4130D89-50B3-4197-B0C0-BFF79E6299FD}" dt="2026-07-04T12:24:58.821" v="0" actId="20578"/>
        <pc:sldMkLst>
          <pc:docMk/>
          <pc:sldMk cId="3783046068" sldId="256"/>
        </pc:sldMkLst>
      </pc:sldChg>
      <pc:sldChg chg="ord">
        <pc:chgData name="Mandli Anvesh" userId="b8cccb8ab867bd9c" providerId="LiveId" clId="{B4130D89-50B3-4197-B0C0-BFF79E6299FD}" dt="2026-07-04T12:25:11.501" v="1" actId="20578"/>
        <pc:sldMkLst>
          <pc:docMk/>
          <pc:sldMk cId="410730239" sldId="257"/>
        </pc:sldMkLst>
      </pc:sldChg>
      <pc:sldChg chg="addSp delSp modSp mod">
        <pc:chgData name="Mandli Anvesh" userId="b8cccb8ab867bd9c" providerId="LiveId" clId="{B4130D89-50B3-4197-B0C0-BFF79E6299FD}" dt="2026-07-04T12:26:55.225" v="13" actId="14100"/>
        <pc:sldMkLst>
          <pc:docMk/>
          <pc:sldMk cId="115894483" sldId="262"/>
        </pc:sldMkLst>
        <pc:spChg chg="add del mod">
          <ac:chgData name="Mandli Anvesh" userId="b8cccb8ab867bd9c" providerId="LiveId" clId="{B4130D89-50B3-4197-B0C0-BFF79E6299FD}" dt="2026-07-04T12:26:16.142" v="8" actId="931"/>
          <ac:spMkLst>
            <pc:docMk/>
            <pc:sldMk cId="115894483" sldId="262"/>
            <ac:spMk id="11" creationId="{F9C37713-703C-6C50-1C45-C129734DE0B2}"/>
          </ac:spMkLst>
        </pc:spChg>
        <pc:picChg chg="del mod">
          <ac:chgData name="Mandli Anvesh" userId="b8cccb8ab867bd9c" providerId="LiveId" clId="{B4130D89-50B3-4197-B0C0-BFF79E6299FD}" dt="2026-07-04T12:25:29.109" v="5" actId="21"/>
          <ac:picMkLst>
            <pc:docMk/>
            <pc:sldMk cId="115894483" sldId="262"/>
            <ac:picMk id="9" creationId="{BF7CA9C6-D64C-67A9-9695-4B6AFC7C28A5}"/>
          </ac:picMkLst>
        </pc:picChg>
        <pc:picChg chg="add mod ord">
          <ac:chgData name="Mandli Anvesh" userId="b8cccb8ab867bd9c" providerId="LiveId" clId="{B4130D89-50B3-4197-B0C0-BFF79E6299FD}" dt="2026-07-04T12:26:55.225" v="13" actId="14100"/>
          <ac:picMkLst>
            <pc:docMk/>
            <pc:sldMk cId="115894483" sldId="262"/>
            <ac:picMk id="13" creationId="{C7EC2034-0AA0-E071-A66B-1706379C5A51}"/>
          </ac:picMkLst>
        </pc:picChg>
      </pc:sldChg>
      <pc:sldChg chg="addSp delSp modSp add del mod">
        <pc:chgData name="Mandli Anvesh" userId="b8cccb8ab867bd9c" providerId="LiveId" clId="{B4130D89-50B3-4197-B0C0-BFF79E6299FD}" dt="2026-07-04T12:25:42.907" v="7" actId="2696"/>
        <pc:sldMkLst>
          <pc:docMk/>
          <pc:sldMk cId="1249187155" sldId="263"/>
        </pc:sldMkLst>
        <pc:spChg chg="del mod">
          <ac:chgData name="Mandli Anvesh" userId="b8cccb8ab867bd9c" providerId="LiveId" clId="{B4130D89-50B3-4197-B0C0-BFF79E6299FD}" dt="2026-07-04T12:25:12.926" v="3" actId="21"/>
          <ac:spMkLst>
            <pc:docMk/>
            <pc:sldMk cId="1249187155" sldId="263"/>
            <ac:spMk id="7" creationId="{0E3B8679-B624-EFAA-60B9-DF11EE7939FC}"/>
          </ac:spMkLst>
        </pc:spChg>
        <pc:spChg chg="add mod">
          <ac:chgData name="Mandli Anvesh" userId="b8cccb8ab867bd9c" providerId="LiveId" clId="{B4130D89-50B3-4197-B0C0-BFF79E6299FD}" dt="2026-07-04T12:25:37.450" v="6" actId="21"/>
          <ac:spMkLst>
            <pc:docMk/>
            <pc:sldMk cId="1249187155" sldId="263"/>
            <ac:spMk id="9" creationId="{A089F3F5-6B6D-700F-CF12-55D3ED1E7B81}"/>
          </ac:spMkLst>
        </pc:spChg>
        <pc:picChg chg="add del">
          <ac:chgData name="Mandli Anvesh" userId="b8cccb8ab867bd9c" providerId="LiveId" clId="{B4130D89-50B3-4197-B0C0-BFF79E6299FD}" dt="2026-07-04T12:25:37.450" v="6" actId="21"/>
          <ac:picMkLst>
            <pc:docMk/>
            <pc:sldMk cId="1249187155" sldId="263"/>
            <ac:picMk id="5" creationId="{2E566DC6-52D4-E393-846B-6A40DADC7C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95289-0D17-4C76-A380-C5113E5BEEA5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E0236-A375-4F8E-AA99-EB646D0E1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82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E0236-A375-4F8E-AA99-EB646D0E1B5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6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1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34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98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38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49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008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44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14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17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0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64E7C-C7DA-4D18-853D-A8302E38F3F3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83B70C1-AC17-4B85-9BFC-0FE4E442003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91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6F446-202B-081A-047A-94969EC56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1236" y="88490"/>
            <a:ext cx="5181601" cy="92407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Title </a:t>
            </a:r>
            <a:r>
              <a:rPr lang="en-US" dirty="0" err="1"/>
              <a:t>silde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6ABB4-67B1-B1C6-F553-B56376C17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605" y="1091381"/>
            <a:ext cx="10382865" cy="332084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.Task 4:Dashboard Design</a:t>
            </a:r>
          </a:p>
          <a:p>
            <a:pPr algn="l"/>
            <a:r>
              <a:rPr lang="en-US" b="1" dirty="0"/>
              <a:t>.Name</a:t>
            </a:r>
          </a:p>
          <a:p>
            <a:pPr algn="l"/>
            <a:r>
              <a:rPr lang="en-US" b="1" dirty="0"/>
              <a:t>.Internship</a:t>
            </a:r>
          </a:p>
          <a:p>
            <a:pPr algn="l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8304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B557-51D2-673C-A121-9CD97D2C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5796-FC2F-5EF1-6292-A4A07A7D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 interactive dashboard for business stakeholders.</a:t>
            </a:r>
          </a:p>
          <a:p>
            <a:r>
              <a:rPr lang="en-US" dirty="0" err="1"/>
              <a:t>Kpls</a:t>
            </a:r>
            <a:r>
              <a:rPr lang="en-US" dirty="0"/>
              <a:t>: </a:t>
            </a:r>
            <a:r>
              <a:rPr lang="en-US" dirty="0" err="1"/>
              <a:t>sales,profit,Growth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3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45A3-22A5-C644-E5F4-580F9563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BF962-0C94-3269-E832-A515DD841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.Kaggle superstore dataset</a:t>
            </a:r>
          </a:p>
          <a:p>
            <a:r>
              <a:rPr lang="en-US" dirty="0"/>
              <a:t>.columns </a:t>
            </a:r>
            <a:r>
              <a:rPr lang="en-US" dirty="0" err="1"/>
              <a:t>used:sales,profit</a:t>
            </a:r>
            <a:r>
              <a:rPr lang="en-US" dirty="0"/>
              <a:t>, </a:t>
            </a:r>
            <a:r>
              <a:rPr lang="en-US" dirty="0" err="1"/>
              <a:t>Growth,Category,Region,order</a:t>
            </a:r>
            <a:r>
              <a:rPr lang="en-US" dirty="0"/>
              <a:t>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16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97BD-AD3F-E5DF-618E-4D6D7862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9AF7C-4778-8EDB-EC75-E94B9B220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screenshot</a:t>
            </a:r>
          </a:p>
          <a:p>
            <a:r>
              <a:rPr lang="en-US" dirty="0" err="1"/>
              <a:t>KPls</a:t>
            </a:r>
            <a:endParaRPr lang="en-US" dirty="0"/>
          </a:p>
          <a:p>
            <a:r>
              <a:rPr lang="en-US" dirty="0"/>
              <a:t>Charts</a:t>
            </a:r>
          </a:p>
          <a:p>
            <a:r>
              <a:rPr lang="en-US" dirty="0"/>
              <a:t>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52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57C2-1296-87E9-D33F-E58A4CC2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8BD05-FEC3-B630-8A3F-BB2709E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</a:t>
            </a:r>
          </a:p>
          <a:p>
            <a:r>
              <a:rPr lang="en-US" dirty="0"/>
              <a:t>Total profit</a:t>
            </a:r>
          </a:p>
          <a:p>
            <a:r>
              <a:rPr lang="en-US" dirty="0"/>
              <a:t>Best </a:t>
            </a:r>
            <a:r>
              <a:rPr lang="en-US" dirty="0" err="1"/>
              <a:t>performaing</a:t>
            </a:r>
            <a:r>
              <a:rPr lang="en-US" dirty="0"/>
              <a:t> category</a:t>
            </a:r>
          </a:p>
          <a:p>
            <a:r>
              <a:rPr lang="en-US" dirty="0"/>
              <a:t>Highest sales Region</a:t>
            </a:r>
          </a:p>
          <a:p>
            <a:r>
              <a:rPr lang="en-US" dirty="0"/>
              <a:t>Monthly sales trend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57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7071-20B6-E9F8-AD72-DFEBB82C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B302E-DCA6-009F-57D6-48A46E735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helps track sales and profit</a:t>
            </a:r>
          </a:p>
          <a:p>
            <a:r>
              <a:rPr lang="en-US" dirty="0"/>
              <a:t>Filters make analysis easier.</a:t>
            </a:r>
          </a:p>
          <a:p>
            <a:r>
              <a:rPr lang="en-US" dirty="0" err="1"/>
              <a:t>Usuful</a:t>
            </a:r>
            <a:r>
              <a:rPr lang="en-US" dirty="0"/>
              <a:t> for business </a:t>
            </a:r>
            <a:r>
              <a:rPr lang="en-US" dirty="0" err="1"/>
              <a:t>decision_making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25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E1F9-5EAE-8EB2-72F1-30520D56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88" y="145757"/>
            <a:ext cx="9603275" cy="1049235"/>
          </a:xfrm>
        </p:spPr>
        <p:txBody>
          <a:bodyPr/>
          <a:lstStyle/>
          <a:p>
            <a:r>
              <a:rPr lang="en-IN" dirty="0"/>
              <a:t>Dashboard superstore </a:t>
            </a:r>
            <a:r>
              <a:rPr lang="en-IN" dirty="0" err="1"/>
              <a:t>datasales</a:t>
            </a:r>
            <a:br>
              <a:rPr lang="en-IN" dirty="0"/>
            </a:b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7EC2034-0AA0-E071-A66B-1706379C5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426"/>
            <a:ext cx="12192000" cy="540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48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361</TotalTime>
  <Words>95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Title silde</vt:lpstr>
      <vt:lpstr>objective</vt:lpstr>
      <vt:lpstr>Dataset</vt:lpstr>
      <vt:lpstr>Dashboard </vt:lpstr>
      <vt:lpstr>Insights </vt:lpstr>
      <vt:lpstr>Conclusion </vt:lpstr>
      <vt:lpstr>Dashboard superstore datasales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Mandli Anvesh</dc:creator>
  <cp:lastModifiedBy>Mandli Anvesh</cp:lastModifiedBy>
  <cp:revision>1</cp:revision>
  <dcterms:created xsi:type="dcterms:W3CDTF">2026-07-04T06:25:40Z</dcterms:created>
  <dcterms:modified xsi:type="dcterms:W3CDTF">2026-07-04T12:26:58Z</dcterms:modified>
</cp:coreProperties>
</file>